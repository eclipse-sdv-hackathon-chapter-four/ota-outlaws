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  <p:sldId id="264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ExtraBold" panose="020B0604020202020204" charset="0"/>
      <p:bold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Sora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8T06:47:39.675"/>
    <p1510:client id="{FB65BA0B-EF11-452E-A2D1-449511DBD0BC}" v="90" dt="2026-10-08T06:52:00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08" y="3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addSld delSld">
      <pc:chgData name="Guest User" userId="" providerId="Windows Live" clId="Web-{00000000-0000-0000-0000-000000000000}" dt="2026-10-08T06:47:39.675" v="4"/>
      <pc:docMkLst>
        <pc:docMk/>
      </pc:docMkLst>
      <pc:sldChg chg="new">
        <pc:chgData name="Guest User" userId="" providerId="Windows Live" clId="Web-{00000000-0000-0000-0000-000000000000}" dt="2026-10-08T06:46:23.654" v="0"/>
        <pc:sldMkLst>
          <pc:docMk/>
          <pc:sldMk cId="1211711169" sldId="265"/>
        </pc:sldMkLst>
      </pc:sldChg>
      <pc:sldChg chg="new del">
        <pc:chgData name="Guest User" userId="" providerId="Windows Live" clId="Web-{00000000-0000-0000-0000-000000000000}" dt="2026-10-08T06:47:27.830" v="2"/>
        <pc:sldMkLst>
          <pc:docMk/>
          <pc:sldMk cId="2792667733" sldId="265"/>
        </pc:sldMkLst>
      </pc:sldChg>
      <pc:sldChg chg="new del">
        <pc:chgData name="Guest User" userId="" providerId="Windows Live" clId="Web-{00000000-0000-0000-0000-000000000000}" dt="2026-10-08T06:47:39.675" v="4"/>
        <pc:sldMkLst>
          <pc:docMk/>
          <pc:sldMk cId="3136246020" sldId="265"/>
        </pc:sldMkLst>
      </pc:sldChg>
    </pc:docChg>
  </pc:docChgLst>
  <pc:docChgLst>
    <pc:chgData name="Julian Beck" userId="4e3bb93be1a60662" providerId="LiveId" clId="{8295EA62-D17C-4C24-9063-517996A6FA34}"/>
    <pc:docChg chg="undo custSel addSld delSld modSld sldOrd">
      <pc:chgData name="Julian Beck" userId="4e3bb93be1a60662" providerId="LiveId" clId="{8295EA62-D17C-4C24-9063-517996A6FA34}" dt="2026-10-08T06:52:00.619" v="1564" actId="20577"/>
      <pc:docMkLst>
        <pc:docMk/>
      </pc:docMkLst>
      <pc:sldChg chg="addSp delSp modSp mod">
        <pc:chgData name="Julian Beck" userId="4e3bb93be1a60662" providerId="LiveId" clId="{8295EA62-D17C-4C24-9063-517996A6FA34}" dt="2026-10-08T06:35:38.414" v="945" actId="113"/>
        <pc:sldMkLst>
          <pc:docMk/>
          <pc:sldMk cId="0" sldId="257"/>
        </pc:sldMkLst>
        <pc:spChg chg="add del">
          <ac:chgData name="Julian Beck" userId="4e3bb93be1a60662" providerId="LiveId" clId="{8295EA62-D17C-4C24-9063-517996A6FA34}" dt="2026-10-08T06:18:28.373" v="25" actId="22"/>
          <ac:spMkLst>
            <pc:docMk/>
            <pc:sldMk cId="0" sldId="257"/>
            <ac:spMk id="3" creationId="{2930A47D-F116-0667-195A-96EE53713B94}"/>
          </ac:spMkLst>
        </pc:spChg>
        <pc:spChg chg="add mod">
          <ac:chgData name="Julian Beck" userId="4e3bb93be1a60662" providerId="LiveId" clId="{8295EA62-D17C-4C24-9063-517996A6FA34}" dt="2026-10-08T06:35:38.414" v="945" actId="113"/>
          <ac:spMkLst>
            <pc:docMk/>
            <pc:sldMk cId="0" sldId="257"/>
            <ac:spMk id="4" creationId="{15BF23BB-D0DD-FD92-F381-125A2350BCDF}"/>
          </ac:spMkLst>
        </pc:spChg>
        <pc:spChg chg="del mod">
          <ac:chgData name="Julian Beck" userId="4e3bb93be1a60662" providerId="LiveId" clId="{8295EA62-D17C-4C24-9063-517996A6FA34}" dt="2026-10-08T06:20:05.811" v="140" actId="478"/>
          <ac:spMkLst>
            <pc:docMk/>
            <pc:sldMk cId="0" sldId="257"/>
            <ac:spMk id="78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18:21.602" v="23" actId="20577"/>
          <ac:spMkLst>
            <pc:docMk/>
            <pc:sldMk cId="0" sldId="257"/>
            <ac:spMk id="79" creationId="{00000000-0000-0000-0000-000000000000}"/>
          </ac:spMkLst>
        </pc:spChg>
      </pc:sldChg>
      <pc:sldChg chg="addSp delSp modSp mod">
        <pc:chgData name="Julian Beck" userId="4e3bb93be1a60662" providerId="LiveId" clId="{8295EA62-D17C-4C24-9063-517996A6FA34}" dt="2026-10-08T06:49:28.517" v="1517" actId="22"/>
        <pc:sldMkLst>
          <pc:docMk/>
          <pc:sldMk cId="0" sldId="258"/>
        </pc:sldMkLst>
        <pc:spChg chg="del">
          <ac:chgData name="Julian Beck" userId="4e3bb93be1a60662" providerId="LiveId" clId="{8295EA62-D17C-4C24-9063-517996A6FA34}" dt="2026-10-08T06:29:01.939" v="637" actId="478"/>
          <ac:spMkLst>
            <pc:docMk/>
            <pc:sldMk cId="0" sldId="258"/>
            <ac:spMk id="86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28:59.015" v="636" actId="20577"/>
          <ac:spMkLst>
            <pc:docMk/>
            <pc:sldMk cId="0" sldId="258"/>
            <ac:spMk id="87" creationId="{00000000-0000-0000-0000-000000000000}"/>
          </ac:spMkLst>
        </pc:spChg>
        <pc:picChg chg="add del mod">
          <ac:chgData name="Julian Beck" userId="4e3bb93be1a60662" providerId="LiveId" clId="{8295EA62-D17C-4C24-9063-517996A6FA34}" dt="2026-10-08T06:44:59.705" v="1508" actId="478"/>
          <ac:picMkLst>
            <pc:docMk/>
            <pc:sldMk cId="0" sldId="258"/>
            <ac:picMk id="3" creationId="{026AB7B3-2505-5BCA-F5CE-DA4859098C6D}"/>
          </ac:picMkLst>
        </pc:picChg>
        <pc:picChg chg="add del mod">
          <ac:chgData name="Julian Beck" userId="4e3bb93be1a60662" providerId="LiveId" clId="{8295EA62-D17C-4C24-9063-517996A6FA34}" dt="2026-10-08T06:49:27.735" v="1516" actId="478"/>
          <ac:picMkLst>
            <pc:docMk/>
            <pc:sldMk cId="0" sldId="258"/>
            <ac:picMk id="5" creationId="{4265C3F6-AEC1-BBA8-C736-49C300EB8148}"/>
          </ac:picMkLst>
        </pc:picChg>
        <pc:picChg chg="add">
          <ac:chgData name="Julian Beck" userId="4e3bb93be1a60662" providerId="LiveId" clId="{8295EA62-D17C-4C24-9063-517996A6FA34}" dt="2026-10-08T06:49:28.517" v="1517" actId="22"/>
          <ac:picMkLst>
            <pc:docMk/>
            <pc:sldMk cId="0" sldId="258"/>
            <ac:picMk id="7" creationId="{A6733E64-D588-B571-4BC4-FD7E370FEF50}"/>
          </ac:picMkLst>
        </pc:picChg>
      </pc:sldChg>
      <pc:sldChg chg="modSp mod ord">
        <pc:chgData name="Julian Beck" userId="4e3bb93be1a60662" providerId="LiveId" clId="{8295EA62-D17C-4C24-9063-517996A6FA34}" dt="2026-10-08T06:37:25.637" v="1143" actId="20577"/>
        <pc:sldMkLst>
          <pc:docMk/>
          <pc:sldMk cId="0" sldId="259"/>
        </pc:sldMkLst>
        <pc:spChg chg="mod">
          <ac:chgData name="Julian Beck" userId="4e3bb93be1a60662" providerId="LiveId" clId="{8295EA62-D17C-4C24-9063-517996A6FA34}" dt="2026-10-08T06:37:25.637" v="1143" actId="20577"/>
          <ac:spMkLst>
            <pc:docMk/>
            <pc:sldMk cId="0" sldId="259"/>
            <ac:spMk id="94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37:20.495" v="1140" actId="20577"/>
          <ac:spMkLst>
            <pc:docMk/>
            <pc:sldMk cId="0" sldId="259"/>
            <ac:spMk id="95" creationId="{00000000-0000-0000-0000-000000000000}"/>
          </ac:spMkLst>
        </pc:spChg>
      </pc:sldChg>
      <pc:sldChg chg="modSp mod">
        <pc:chgData name="Julian Beck" userId="4e3bb93be1a60662" providerId="LiveId" clId="{8295EA62-D17C-4C24-9063-517996A6FA34}" dt="2026-10-08T06:47:00.677" v="1515" actId="108"/>
        <pc:sldMkLst>
          <pc:docMk/>
          <pc:sldMk cId="0" sldId="260"/>
        </pc:sldMkLst>
        <pc:spChg chg="mod">
          <ac:chgData name="Julian Beck" userId="4e3bb93be1a60662" providerId="LiveId" clId="{8295EA62-D17C-4C24-9063-517996A6FA34}" dt="2026-10-08T06:47:00.677" v="1515" actId="108"/>
          <ac:spMkLst>
            <pc:docMk/>
            <pc:sldMk cId="0" sldId="260"/>
            <ac:spMk id="102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38:29.419" v="1159" actId="20577"/>
          <ac:spMkLst>
            <pc:docMk/>
            <pc:sldMk cId="0" sldId="260"/>
            <ac:spMk id="103" creationId="{00000000-0000-0000-0000-000000000000}"/>
          </ac:spMkLst>
        </pc:spChg>
      </pc:sldChg>
      <pc:sldChg chg="addSp delSp modSp mod ord">
        <pc:chgData name="Julian Beck" userId="4e3bb93be1a60662" providerId="LiveId" clId="{8295EA62-D17C-4C24-9063-517996A6FA34}" dt="2026-10-08T06:50:26.552" v="1519" actId="22"/>
        <pc:sldMkLst>
          <pc:docMk/>
          <pc:sldMk cId="0" sldId="261"/>
        </pc:sldMkLst>
        <pc:spChg chg="del">
          <ac:chgData name="Julian Beck" userId="4e3bb93be1a60662" providerId="LiveId" clId="{8295EA62-D17C-4C24-9063-517996A6FA34}" dt="2026-10-08T06:44:23.502" v="1478" actId="478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44:37.028" v="1507" actId="20577"/>
          <ac:spMkLst>
            <pc:docMk/>
            <pc:sldMk cId="0" sldId="261"/>
            <ac:spMk id="111" creationId="{00000000-0000-0000-0000-000000000000}"/>
          </ac:spMkLst>
        </pc:spChg>
        <pc:picChg chg="add del mod">
          <ac:chgData name="Julian Beck" userId="4e3bb93be1a60662" providerId="LiveId" clId="{8295EA62-D17C-4C24-9063-517996A6FA34}" dt="2026-10-08T06:50:26.259" v="1518" actId="478"/>
          <ac:picMkLst>
            <pc:docMk/>
            <pc:sldMk cId="0" sldId="261"/>
            <ac:picMk id="3" creationId="{1B7DC513-DAA9-8F8E-F474-6783387ED78D}"/>
          </ac:picMkLst>
        </pc:picChg>
        <pc:picChg chg="add">
          <ac:chgData name="Julian Beck" userId="4e3bb93be1a60662" providerId="LiveId" clId="{8295EA62-D17C-4C24-9063-517996A6FA34}" dt="2026-10-08T06:50:26.552" v="1519" actId="22"/>
          <ac:picMkLst>
            <pc:docMk/>
            <pc:sldMk cId="0" sldId="261"/>
            <ac:picMk id="5" creationId="{68D225D8-35A3-2A97-B121-96627AFE8A4A}"/>
          </ac:picMkLst>
        </pc:picChg>
      </pc:sldChg>
      <pc:sldChg chg="modSp mod ord modNotes">
        <pc:chgData name="Julian Beck" userId="4e3bb93be1a60662" providerId="LiveId" clId="{8295EA62-D17C-4C24-9063-517996A6FA34}" dt="2026-10-08T06:51:42.580" v="1526"/>
        <pc:sldMkLst>
          <pc:docMk/>
          <pc:sldMk cId="0" sldId="262"/>
        </pc:sldMkLst>
        <pc:spChg chg="mod">
          <ac:chgData name="Julian Beck" userId="4e3bb93be1a60662" providerId="LiveId" clId="{8295EA62-D17C-4C24-9063-517996A6FA34}" dt="2026-10-08T06:51:07.672" v="1520"/>
          <ac:spMkLst>
            <pc:docMk/>
            <pc:sldMk cId="0" sldId="262"/>
            <ac:spMk id="118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51:39.909" v="1524" actId="20577"/>
          <ac:spMkLst>
            <pc:docMk/>
            <pc:sldMk cId="0" sldId="262"/>
            <ac:spMk id="119" creationId="{00000000-0000-0000-0000-000000000000}"/>
          </ac:spMkLst>
        </pc:spChg>
      </pc:sldChg>
      <pc:sldChg chg="del">
        <pc:chgData name="Julian Beck" userId="4e3bb93be1a60662" providerId="LiveId" clId="{8295EA62-D17C-4C24-9063-517996A6FA34}" dt="2026-10-08T06:51:46.092" v="1527" actId="47"/>
        <pc:sldMkLst>
          <pc:docMk/>
          <pc:sldMk cId="0" sldId="263"/>
        </pc:sldMkLst>
      </pc:sldChg>
      <pc:sldChg chg="modSp mod">
        <pc:chgData name="Julian Beck" userId="4e3bb93be1a60662" providerId="LiveId" clId="{8295EA62-D17C-4C24-9063-517996A6FA34}" dt="2026-10-08T06:52:00.619" v="1564" actId="20577"/>
        <pc:sldMkLst>
          <pc:docMk/>
          <pc:sldMk cId="0" sldId="264"/>
        </pc:sldMkLst>
        <pc:spChg chg="mod">
          <ac:chgData name="Julian Beck" userId="4e3bb93be1a60662" providerId="LiveId" clId="{8295EA62-D17C-4C24-9063-517996A6FA34}" dt="2026-10-08T06:51:50.460" v="1528" actId="6549"/>
          <ac:spMkLst>
            <pc:docMk/>
            <pc:sldMk cId="0" sldId="264"/>
            <ac:spMk id="135" creationId="{00000000-0000-0000-0000-000000000000}"/>
          </ac:spMkLst>
        </pc:spChg>
        <pc:spChg chg="mod">
          <ac:chgData name="Julian Beck" userId="4e3bb93be1a60662" providerId="LiveId" clId="{8295EA62-D17C-4C24-9063-517996A6FA34}" dt="2026-10-08T06:52:00.619" v="1564" actId="20577"/>
          <ac:spMkLst>
            <pc:docMk/>
            <pc:sldMk cId="0" sldId="264"/>
            <ac:spMk id="144" creationId="{00000000-0000-0000-0000-000000000000}"/>
          </ac:spMkLst>
        </pc:spChg>
      </pc:sldChg>
      <pc:sldChg chg="modSp new del mod">
        <pc:chgData name="Julian Beck" userId="4e3bb93be1a60662" providerId="LiveId" clId="{8295EA62-D17C-4C24-9063-517996A6FA34}" dt="2026-10-08T06:28:44.219" v="619" actId="47"/>
        <pc:sldMkLst>
          <pc:docMk/>
          <pc:sldMk cId="333142873" sldId="265"/>
        </pc:sldMkLst>
        <pc:spChg chg="mod">
          <ac:chgData name="Julian Beck" userId="4e3bb93be1a60662" providerId="LiveId" clId="{8295EA62-D17C-4C24-9063-517996A6FA34}" dt="2026-10-08T06:28:42.746" v="618" actId="20577"/>
          <ac:spMkLst>
            <pc:docMk/>
            <pc:sldMk cId="333142873" sldId="265"/>
            <ac:spMk id="2" creationId="{18DBEAA6-A6C5-2E26-D61C-1D5E58BBC02E}"/>
          </ac:spMkLst>
        </pc:spChg>
      </pc:sldChg>
      <pc:sldChg chg="del">
        <pc:chgData name="Julian Beck" userId="4e3bb93be1a60662" providerId="LiveId" clId="{8295EA62-D17C-4C24-9063-517996A6FA34}" dt="2026-10-08T06:46:40.220" v="1514" actId="47"/>
        <pc:sldMkLst>
          <pc:docMk/>
          <pc:sldMk cId="121171116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6b2788cdbe65c0ea_1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h6b2788cdbe65c0e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b2788cdbe65c0ea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b2788cdbe65c0ea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b2788cdbe65c0ea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b2788cdbe65c0ea_1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b2788cdbe65c0ea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b2788cdbe65c0ea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b2788cdbe65c0ea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6b2788cdbe65c0ea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b2788cdbe65c0ea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b2788cdbe65c0ea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b2788cdbe65c0ea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6b2788cdbe65c0ea_1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b2788cdbe65c0ea_1_6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h6b2788cdbe65c0ea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Eclipse-SDV-Hackathon-Chapter-Four/ota-outlaws/blob/main/sbom.cdx.js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1344032" cy="406400"/>
            </a:xfrm>
            <a:custGeom>
              <a:avLst/>
              <a:gdLst/>
              <a:ahLst/>
              <a:cxnLst/>
              <a:rect l="l" t="t" r="r" b="b"/>
              <a:pathLst>
                <a:path w="1344032" h="406400" extrusionOk="0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w="138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6450" tIns="66450" rIns="66450" bIns="66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900" tIns="36900" rIns="36900" bIns="369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4"/>
          <p:cNvSpPr txBox="1"/>
          <p:nvPr/>
        </p:nvSpPr>
        <p:spPr>
          <a:xfrm>
            <a:off x="531150" y="1979650"/>
            <a:ext cx="56106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Eclipse SDV Hackathon</a:t>
            </a:r>
            <a:r>
              <a:rPr lang="en" sz="2800">
                <a:solidFill>
                  <a:srgbClr val="FFFFFF"/>
                </a:solidFill>
              </a:rPr>
              <a:t> </a:t>
            </a:r>
            <a:r>
              <a:rPr lang="en" sz="2800" b="1">
                <a:solidFill>
                  <a:srgbClr val="DB521D"/>
                </a:solidFill>
              </a:rPr>
              <a:t>Chapter 4</a:t>
            </a:r>
            <a:endParaRPr sz="2800" b="1">
              <a:solidFill>
                <a:srgbClr val="DB521D"/>
              </a:solidFill>
            </a:endParaRPr>
          </a:p>
          <a:p>
            <a:pPr marL="0" marR="0" lvl="0" indent="0" algn="l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grpSp>
        <p:nvGrpSpPr>
          <p:cNvPr id="62" name="Google Shape;62;p14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935371" cy="364517"/>
            </a:xfrm>
            <a:custGeom>
              <a:avLst/>
              <a:gdLst/>
              <a:ahLst/>
              <a:cxnLst/>
              <a:rect l="l" t="t" r="r" b="b"/>
              <a:pathLst>
                <a:path w="935371" h="364517" extrusionOk="0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w="95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lang="en" sz="11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sz="700" b="1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4"/>
          <p:cNvSpPr/>
          <p:nvPr/>
        </p:nvSpPr>
        <p:spPr>
          <a:xfrm>
            <a:off x="2395624" y="512011"/>
            <a:ext cx="1376366" cy="702594"/>
          </a:xfrm>
          <a:custGeom>
            <a:avLst/>
            <a:gdLst/>
            <a:ahLst/>
            <a:cxnLst/>
            <a:rect l="l" t="t" r="r" b="b"/>
            <a:pathLst>
              <a:path w="4475988" h="2284857" extrusionOk="0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430" r="-6420" b="-32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4"/>
          <p:cNvSpPr/>
          <p:nvPr/>
        </p:nvSpPr>
        <p:spPr>
          <a:xfrm>
            <a:off x="168246" y="329995"/>
            <a:ext cx="2423160" cy="1066609"/>
          </a:xfrm>
          <a:custGeom>
            <a:avLst/>
            <a:gdLst/>
            <a:ahLst/>
            <a:cxnLst/>
            <a:rect l="l" t="t" r="r" b="b"/>
            <a:pathLst>
              <a:path w="6461760" h="2844292" extrusionOk="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6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9" name="Google Shape;69;p14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50225" y="2693325"/>
            <a:ext cx="41226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OTA Outlaws: Doctor Whodunit - Every Fault Leaves Evidence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12125" y="628750"/>
            <a:ext cx="7360200" cy="46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Our Overall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F23BB-D0DD-FD92-F381-125A2350BCDF}"/>
              </a:ext>
            </a:extLst>
          </p:cNvPr>
          <p:cNvSpPr txBox="1"/>
          <p:nvPr/>
        </p:nvSpPr>
        <p:spPr>
          <a:xfrm>
            <a:off x="375684" y="1190847"/>
            <a:ext cx="844933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Create a Safety Evidence Chain to verify the </a:t>
            </a:r>
            <a:r>
              <a:rPr lang="de-DE" b="1"/>
              <a:t>Battery Thermal Guardian</a:t>
            </a:r>
            <a:r>
              <a:rPr lang="de-DE"/>
              <a:t> using…</a:t>
            </a:r>
          </a:p>
          <a:p>
            <a:pPr lvl="1"/>
            <a:r>
              <a:rPr lang="de-DE"/>
              <a:t>	</a:t>
            </a:r>
            <a:r>
              <a:rPr lang="de-DE" b="1"/>
              <a:t>The Processes:</a:t>
            </a:r>
          </a:p>
          <a:p>
            <a:pPr lvl="1"/>
            <a:r>
              <a:rPr lang="de-DE"/>
              <a:t>		-Functional Safety Engineering</a:t>
            </a:r>
          </a:p>
          <a:p>
            <a:pPr lvl="1"/>
            <a:r>
              <a:rPr lang="de-DE"/>
              <a:t>		-Test Management</a:t>
            </a:r>
          </a:p>
          <a:p>
            <a:pPr lvl="1"/>
            <a:r>
              <a:rPr lang="de-DE"/>
              <a:t>	</a:t>
            </a:r>
            <a:r>
              <a:rPr lang="de-DE" b="1"/>
              <a:t>The Eclipse SDV components:</a:t>
            </a:r>
          </a:p>
          <a:p>
            <a:pPr lvl="1"/>
            <a:r>
              <a:rPr lang="de-DE" b="1"/>
              <a:t>		</a:t>
            </a:r>
            <a:r>
              <a:rPr lang="de-DE"/>
              <a:t>-KUKSA CAN-Provider</a:t>
            </a:r>
          </a:p>
          <a:p>
            <a:pPr lvl="1"/>
            <a:r>
              <a:rPr lang="de-DE"/>
              <a:t>		-KUSA Data Broker</a:t>
            </a:r>
          </a:p>
          <a:p>
            <a:pPr lvl="1"/>
            <a:r>
              <a:rPr lang="de-DE"/>
              <a:t>		-VSS/uProtocol Publisher</a:t>
            </a:r>
          </a:p>
          <a:p>
            <a:pPr lvl="1"/>
            <a:r>
              <a:rPr lang="de-DE"/>
              <a:t>		-AZ3166 with ThreadX</a:t>
            </a:r>
          </a:p>
          <a:p>
            <a:pPr lvl="1"/>
            <a:r>
              <a:rPr lang="de-DE"/>
              <a:t>		-DFM/OpenSOVD</a:t>
            </a:r>
          </a:p>
          <a:p>
            <a:pPr lvl="1"/>
            <a:r>
              <a:rPr lang="de-DE"/>
              <a:t>…to combine Eclipse SDV components with bullet proof engineering processes!</a:t>
            </a:r>
          </a:p>
          <a:p>
            <a:pPr lvl="1"/>
            <a:endParaRPr lang="de-DE"/>
          </a:p>
          <a:p>
            <a:pPr lvl="1"/>
            <a:r>
              <a:rPr lang="de-DE"/>
              <a:t>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3" name="Google Shape;93;p17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en-US"/>
              <a:t>Define Possible System Faults</a:t>
            </a:r>
          </a:p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en-US"/>
              <a:t>Derive Hazardous Events</a:t>
            </a:r>
          </a:p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en-US"/>
              <a:t>Specify Safety Goals</a:t>
            </a:r>
          </a:p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en-US"/>
              <a:t>Derive Requirements</a:t>
            </a:r>
          </a:p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en-US"/>
              <a:t>Implement Requirements in the </a:t>
            </a:r>
            <a:r>
              <a:rPr lang="de-DE" b="1"/>
              <a:t>Battery Thermal Guardian</a:t>
            </a:r>
            <a:r>
              <a:rPr lang="de-DE"/>
              <a:t> </a:t>
            </a:r>
          </a:p>
          <a:p>
            <a:pPr marL="298450" lvl="0" indent="-285750">
              <a:buFont typeface="Arial" panose="020B0604020202020204" pitchFamily="34" charset="0"/>
              <a:buChar char="•"/>
            </a:pPr>
            <a:r>
              <a:rPr lang="de-DE"/>
              <a:t>Create Test Scenarios and inject them into the Campaign Runner</a:t>
            </a:r>
          </a:p>
        </p:txBody>
      </p:sp>
      <p:sp>
        <p:nvSpPr>
          <p:cNvPr id="95" name="Google Shape;95;p17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Our Development Approach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" name="Google Shape;85;p16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Our Systems Setup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33E64-D588-B571-4BC4-FD7E370FE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7208"/>
            <a:ext cx="9144000" cy="2689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19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Our Technical Architecture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225D8-35A3-2A97-B121-96627AFE8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3588"/>
            <a:ext cx="9144000" cy="3056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0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/>
              <a:t>Baseline run</a:t>
            </a:r>
            <a:r>
              <a:rPr lang="en-US"/>
              <a:t> → nominal behavior confirmed</a:t>
            </a:r>
          </a:p>
          <a:p>
            <a:pPr lvl="0"/>
            <a:r>
              <a:rPr lang="en-US" b="1"/>
              <a:t>Transport fault</a:t>
            </a:r>
            <a:r>
              <a:rPr lang="en-US"/>
              <a:t> → e.g., delayed message, measurable detection</a:t>
            </a:r>
          </a:p>
          <a:p>
            <a:pPr lvl="0"/>
            <a:r>
              <a:rPr lang="en-US" b="1"/>
              <a:t>Signal fault</a:t>
            </a:r>
            <a:r>
              <a:rPr lang="en-US"/>
              <a:t> → e.g., stuck value, state transition triggered</a:t>
            </a:r>
          </a:p>
          <a:p>
            <a:pPr lvl="0"/>
            <a:r>
              <a:rPr lang="en-US" b="1"/>
              <a:t>Diagnostics correlation</a:t>
            </a:r>
            <a:r>
              <a:rPr lang="en-US"/>
              <a:t> → DFM record ↔ OpenSOVD exposure</a:t>
            </a:r>
          </a:p>
          <a:p>
            <a:pPr lvl="0"/>
            <a:r>
              <a:rPr lang="en-US" b="1"/>
              <a:t>Remote rerun</a:t>
            </a:r>
            <a:r>
              <a:rPr lang="en-US"/>
              <a:t> → same scenario via remote framework, consistent verdict</a:t>
            </a:r>
          </a:p>
          <a:p>
            <a:pPr lvl="0"/>
            <a:r>
              <a:rPr lang="en-US" b="1"/>
              <a:t>Verdict report</a:t>
            </a:r>
            <a:r>
              <a:rPr lang="en-US"/>
              <a:t> → clear PASS / FAIL / INCONCLUSIVE with evidence links</a:t>
            </a: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971300" y="4808250"/>
            <a:ext cx="5334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Copyright© Eclipse Foundation AISBL and contributors. Made available under CC-BY-SA 4.0 International.</a:t>
            </a:r>
            <a:endParaRPr sz="7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1" name="Google Shape;101;p18" title="SDV_logo-color0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75" y="4757277"/>
            <a:ext cx="684027" cy="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712125" y="1146700"/>
            <a:ext cx="7360200" cy="3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98450" indent="-285750">
              <a:buFont typeface="Arial" panose="020B0604020202020204" pitchFamily="34" charset="0"/>
              <a:buChar char="•"/>
            </a:pPr>
            <a:r>
              <a:rPr lang="en-US">
                <a:sym typeface="Roboto"/>
              </a:rPr>
              <a:t>We have a full traceability from Safety Analysis over Requirements to Test Scenarios: </a:t>
            </a:r>
            <a:r>
              <a:rPr lang="en-US">
                <a:sym typeface="Wingdings" panose="05000000000000000000" pitchFamily="2" charset="2"/>
              </a:rPr>
              <a:t> It is ensured that our solution works as expected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We have complete campaign runner UI creating test evidence reports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We have a </a:t>
            </a:r>
            <a:r>
              <a:rPr lang="en-US"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S-BOM</a:t>
            </a:r>
            <a:r>
              <a:rPr lang="en-US">
                <a:sym typeface="Wingdings" panose="05000000000000000000" pitchFamily="2" charset="2"/>
              </a:rPr>
              <a:t> which helps tracking on bugs, security gaps, and copy left licenses</a:t>
            </a:r>
            <a:endParaRPr lang="en-US"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12125" y="628750"/>
            <a:ext cx="7360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 b="1">
                <a:solidFill>
                  <a:srgbClr val="701C7F"/>
                </a:solidFill>
                <a:latin typeface="Inter"/>
                <a:ea typeface="Inter"/>
                <a:cs typeface="Inter"/>
                <a:sym typeface="Inter"/>
              </a:rPr>
              <a:t>What makes our project and our solution special</a:t>
            </a:r>
            <a:endParaRPr sz="400"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31B4C"/>
            </a:gs>
            <a:gs pos="100000">
              <a:srgbClr val="AB0761"/>
            </a:gs>
          </a:gsLst>
          <a:lin ang="2700006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22"/>
          <p:cNvGrpSpPr/>
          <p:nvPr/>
        </p:nvGrpSpPr>
        <p:grpSpPr>
          <a:xfrm>
            <a:off x="597450" y="4235100"/>
            <a:ext cx="2423155" cy="456311"/>
            <a:chOff x="0" y="-9525"/>
            <a:chExt cx="1344032" cy="415925"/>
          </a:xfrm>
        </p:grpSpPr>
        <p:sp>
          <p:nvSpPr>
            <p:cNvPr id="133" name="Google Shape;133;p22"/>
            <p:cNvSpPr/>
            <p:nvPr/>
          </p:nvSpPr>
          <p:spPr>
            <a:xfrm>
              <a:off x="0" y="0"/>
              <a:ext cx="1344032" cy="406400"/>
            </a:xfrm>
            <a:custGeom>
              <a:avLst/>
              <a:gdLst/>
              <a:ahLst/>
              <a:cxnLst/>
              <a:rect l="l" t="t" r="r" b="b"/>
              <a:pathLst>
                <a:path w="1344032" h="406400" extrusionOk="0">
                  <a:moveTo>
                    <a:pt x="1140832" y="0"/>
                  </a:moveTo>
                  <a:cubicBezTo>
                    <a:pt x="1253056" y="0"/>
                    <a:pt x="1344032" y="90976"/>
                    <a:pt x="1344032" y="203200"/>
                  </a:cubicBezTo>
                  <a:cubicBezTo>
                    <a:pt x="1344032" y="315424"/>
                    <a:pt x="1253056" y="406400"/>
                    <a:pt x="11408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w="138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6450" tIns="66450" rIns="66450" bIns="66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2"/>
            <p:cNvSpPr txBox="1"/>
            <p:nvPr/>
          </p:nvSpPr>
          <p:spPr>
            <a:xfrm>
              <a:off x="0" y="-9525"/>
              <a:ext cx="1344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900" tIns="36900" rIns="36900" bIns="369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2"/>
          <p:cNvSpPr txBox="1"/>
          <p:nvPr/>
        </p:nvSpPr>
        <p:spPr>
          <a:xfrm>
            <a:off x="531150" y="1979650"/>
            <a:ext cx="5610600" cy="43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Thank You</a:t>
            </a:r>
            <a:endParaRPr sz="2800" b="1">
              <a:solidFill>
                <a:srgbClr val="DB521D"/>
              </a:solidFill>
            </a:endParaRPr>
          </a:p>
          <a:p>
            <a:pPr marL="0" marR="0" lvl="0" indent="0" algn="l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grpSp>
        <p:nvGrpSpPr>
          <p:cNvPr id="136" name="Google Shape;136;p22"/>
          <p:cNvGrpSpPr/>
          <p:nvPr/>
        </p:nvGrpSpPr>
        <p:grpSpPr>
          <a:xfrm>
            <a:off x="560650" y="2571750"/>
            <a:ext cx="4855381" cy="958407"/>
            <a:chOff x="0" y="-9525"/>
            <a:chExt cx="935400" cy="374100"/>
          </a:xfrm>
        </p:grpSpPr>
        <p:sp>
          <p:nvSpPr>
            <p:cNvPr id="137" name="Google Shape;137;p22"/>
            <p:cNvSpPr/>
            <p:nvPr/>
          </p:nvSpPr>
          <p:spPr>
            <a:xfrm>
              <a:off x="0" y="0"/>
              <a:ext cx="935371" cy="364517"/>
            </a:xfrm>
            <a:custGeom>
              <a:avLst/>
              <a:gdLst/>
              <a:ahLst/>
              <a:cxnLst/>
              <a:rect l="l" t="t" r="r" b="b"/>
              <a:pathLst>
                <a:path w="935371" h="364517" extrusionOk="0">
                  <a:moveTo>
                    <a:pt x="732171" y="0"/>
                  </a:moveTo>
                  <a:cubicBezTo>
                    <a:pt x="844395" y="0"/>
                    <a:pt x="935371" y="81600"/>
                    <a:pt x="935371" y="182258"/>
                  </a:cubicBezTo>
                  <a:cubicBezTo>
                    <a:pt x="935371" y="282917"/>
                    <a:pt x="844395" y="364517"/>
                    <a:pt x="732171" y="364517"/>
                  </a:cubicBezTo>
                  <a:lnTo>
                    <a:pt x="203200" y="364517"/>
                  </a:lnTo>
                  <a:cubicBezTo>
                    <a:pt x="90976" y="364517"/>
                    <a:pt x="0" y="282917"/>
                    <a:pt x="0" y="182258"/>
                  </a:cubicBezTo>
                  <a:cubicBezTo>
                    <a:pt x="0" y="81600"/>
                    <a:pt x="90976" y="0"/>
                    <a:pt x="203200" y="0"/>
                  </a:cubicBezTo>
                  <a:close/>
                </a:path>
              </a:pathLst>
            </a:custGeom>
            <a:noFill/>
            <a:ln w="95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2"/>
            <p:cNvSpPr txBox="1"/>
            <p:nvPr/>
          </p:nvSpPr>
          <p:spPr>
            <a:xfrm>
              <a:off x="0" y="-9525"/>
              <a:ext cx="9354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2"/>
          <p:cNvSpPr txBox="1"/>
          <p:nvPr/>
        </p:nvSpPr>
        <p:spPr>
          <a:xfrm>
            <a:off x="928825" y="4362650"/>
            <a:ext cx="1760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October 6-8 </a:t>
            </a:r>
            <a:r>
              <a:rPr lang="en" sz="11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2026</a:t>
            </a:r>
            <a:endParaRPr sz="700" b="1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0" name="Google Shape;140;p22"/>
          <p:cNvCxnSpPr/>
          <p:nvPr/>
        </p:nvCxnSpPr>
        <p:spPr>
          <a:xfrm>
            <a:off x="656394" y="3946404"/>
            <a:ext cx="214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22"/>
          <p:cNvSpPr/>
          <p:nvPr/>
        </p:nvSpPr>
        <p:spPr>
          <a:xfrm>
            <a:off x="2395624" y="512011"/>
            <a:ext cx="1376366" cy="702594"/>
          </a:xfrm>
          <a:custGeom>
            <a:avLst/>
            <a:gdLst/>
            <a:ahLst/>
            <a:cxnLst/>
            <a:rect l="l" t="t" r="r" b="b"/>
            <a:pathLst>
              <a:path w="4475988" h="2284857" extrusionOk="0">
                <a:moveTo>
                  <a:pt x="0" y="0"/>
                </a:moveTo>
                <a:lnTo>
                  <a:pt x="4475988" y="0"/>
                </a:lnTo>
                <a:lnTo>
                  <a:pt x="4475988" y="2284857"/>
                </a:lnTo>
                <a:lnTo>
                  <a:pt x="0" y="228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430" r="-6420" b="-32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22"/>
          <p:cNvSpPr/>
          <p:nvPr/>
        </p:nvSpPr>
        <p:spPr>
          <a:xfrm>
            <a:off x="168246" y="329995"/>
            <a:ext cx="2423160" cy="1066609"/>
          </a:xfrm>
          <a:custGeom>
            <a:avLst/>
            <a:gdLst/>
            <a:ahLst/>
            <a:cxnLst/>
            <a:rect l="l" t="t" r="r" b="b"/>
            <a:pathLst>
              <a:path w="6461760" h="2844292" extrusionOk="0">
                <a:moveTo>
                  <a:pt x="0" y="0"/>
                </a:moveTo>
                <a:lnTo>
                  <a:pt x="6461760" y="0"/>
                </a:lnTo>
                <a:lnTo>
                  <a:pt x="6461760" y="2844292"/>
                </a:lnTo>
                <a:lnTo>
                  <a:pt x="0" y="2844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6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3" name="Google Shape;143;p22" title="2026_SDV_hackathon_logo_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2150" y="600425"/>
            <a:ext cx="3375951" cy="3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850225" y="2767913"/>
            <a:ext cx="41226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Thanks Hack Coach and Eclipse SDV!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227575" y="477982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COPYRIGHT (C) 2026, ECLIPSE FOUNDATION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On-screen Show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Sora</vt:lpstr>
      <vt:lpstr>Inter ExtraBold</vt:lpstr>
      <vt:lpstr>Calibri</vt:lpstr>
      <vt:lpstr>Wingdings</vt:lpstr>
      <vt:lpstr>Inter</vt:lpstr>
      <vt:lpstr>Arial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 Beck</cp:lastModifiedBy>
  <cp:revision>1</cp:revision>
  <dcterms:modified xsi:type="dcterms:W3CDTF">2026-10-08T06:52:07Z</dcterms:modified>
</cp:coreProperties>
</file>